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371600"/>
            <a:ext cx="310896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8BDF8"/>
                </a:solidFill>
              </a:rPr>
              <a:t>FULL STACK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8FAFC"/>
                </a:solidFill>
              </a:rPr>
              <a:t>PeerTutor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926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6366F1"/>
                </a:solidFill>
              </a:rPr>
              <a:t>Peer-to-Peer Micro-Tutoring Marketplace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9319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Presented by: </a:t>
            </a:r>
            <a:r>
              <a:rPr sz="2000" b="1">
                <a:solidFill>
                  <a:srgbClr val="F8FAFC"/>
                </a:solidFill>
              </a:rPr>
              <a:t>Nikhil Krishna R D
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4A3B8"/>
                </a:solidFill>
              </a:rPr>
              <a:t>Register Number: </a:t>
            </a:r>
            <a:r>
              <a:rPr sz="1600" b="1">
                <a:solidFill>
                  <a:srgbClr val="F59E0B"/>
                </a:solidFill>
              </a:rPr>
              <a:t>MSCCS2521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38BDF8"/>
                </a:solidFill>
              </a:rPr>
              <a:t>Problem statement, core solution, and technology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ctr"/>
            <a:r>
              <a:rPr sz="2000" b="1">
                <a:solidFill>
                  <a:srgbClr val="F87171"/>
                </a:solidFill>
              </a:rPr>
              <a:t>The Problem
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Commercial tutoring is expensive and requires long-term commitments.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Hard for students to find quick, on-demand help for specific doubts or exams.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Lack of verified credentials and risk of payment disputes in informal tutoring.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ctr"/>
            <a:r>
              <a:rPr sz="2000" b="1">
                <a:solidFill>
                  <a:srgbClr val="6366F1"/>
                </a:solidFill>
              </a:rPr>
              <a:t>The Solution
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Micro-tutoring marketplace for booking flexible single-hour sessions.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Mandatory tutor verification via academic marksheets &amp; GitHub showcase.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Built-in escrow payments: tutors are paid only after session completion.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ctr"/>
            <a:r>
              <a:rPr sz="2000" b="1">
                <a:solidFill>
                  <a:srgbClr val="10B981"/>
                </a:solidFill>
              </a:rPr>
              <a:t>Technology Stack
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Django 5 (Python): Model-View-Template (MVT) architecture.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Database: SQLite / PostgreSQL with optimized search indexing.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Frontend: Clean desktop-first responsive UI with role-based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Core Functionalities — Access &amp;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38BDF8"/>
                </a:solidFill>
              </a:rPr>
              <a:t>Authentication, admin verification, and smart tutor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ctr"/>
            <a:r>
              <a:rPr sz="2000" b="1">
                <a:solidFill>
                  <a:srgbClr val="38BDF8"/>
                </a:solidFill>
              </a:rPr>
              <a:t>Role-Based Authentication
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Three explicit roles: Student, Tutor, and Admin.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Secure email authentication with PBKDF2 password hashing.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Role-specific dashboards customized for each user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ctr"/>
            <a:r>
              <a:rPr sz="2000" b="1">
                <a:solidFill>
                  <a:srgbClr val="F59E0B"/>
                </a:solidFill>
              </a:rPr>
              <a:t>Tutor Verification Portal
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Tutors submit subject expertise, hourly rate, and GitHub link.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Upload academic marksheets for credential validation.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Superuser Admin inspects and approves or rejects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ctr"/>
            <a:r>
              <a:rPr sz="2000" b="1">
                <a:solidFill>
                  <a:srgbClr val="10B981"/>
                </a:solidFill>
              </a:rPr>
              <a:t>Smart Tutor Search &amp; Filter
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Multi-criteria search by subject name and tutor keywords.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Filter tutors by maximum hourly rate and minimum star rating.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Dedicated profile pages showing badges, ratings, and reviews.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Core Functionalities — Booking &amp; Escrow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38BDF8"/>
                </a:solidFill>
              </a:rPr>
              <a:t>Time-slot scheduling, secure escrow checkout, and mutual reviews.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ctr"/>
            <a:r>
              <a:rPr sz="2000" b="1">
                <a:solidFill>
                  <a:srgbClr val="6366F1"/>
                </a:solidFill>
              </a:rPr>
              <a:t>Time-Slot Scheduling
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Verified tutors publish subject-tagged time slots.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Automated validation prevents creating or booking past slots.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Open slots update in real-time across tutor profile pages.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ctr"/>
            <a:r>
              <a:rPr sz="2000" b="1">
                <a:solidFill>
                  <a:srgbClr val="EF4444"/>
                </a:solidFill>
              </a:rPr>
              <a:t>Atomic Escrow Checkout
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Simulated payment gateway checkout with test credit cards.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select_for_update() row locking eliminates double-booking.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Funds held in escrow; released to tutor only upon completion.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ctr"/>
            <a:r>
              <a:rPr sz="2000" b="1">
                <a:solidFill>
                  <a:srgbClr val="F59E0B"/>
                </a:solidFill>
              </a:rPr>
              <a:t>Mutual Ratings &amp; Reviews
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Bidirectional reviews: students and tutors rate each other (1-5 ⭐).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Constructive feedback comments build community trust.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•  Dynamic aggregation updates average ratings and session 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